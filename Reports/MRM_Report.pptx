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cbe33c3152d4c1e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64e90702ff584ba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64e90702ff584ba0" /></Relationships>
</file>

<file path=ppt/slides/slide1.xml><?xml version="1.0" encoding="utf-8"?>
<p:sld xmlns:p="http://schemas.openxmlformats.org/presentationml/2006/main">
  <p:cSld>
    <p:spTree>
      <p:nvGrpSpPr>
        <p:cNvPr id="1" name="Slide"/>
        <p:cNvGrpSpPr/>
        <p:nvPr/>
      </p:nvGrpSpPr>
      <p:grpSpPr>
        <a:xfrm xmlns:a="http://schemas.openxmlformats.org/drawingml/2006/main"/>
      </p:grpSpPr>
      <p:graphicFrame>
        <p:nvGraphicFramePr>
          <p:cNvPr id="2" name="Table"/>
          <p:cNvGraphicFramePr/>
          <p:nvPr/>
        </p:nvGraphicFramePr>
        <p:xfrm>
          <a:off xmlns:a="http://schemas.openxmlformats.org/drawingml/2006/main" x="300000" y="300000"/>
          <a:ext xmlns:a="http://schemas.openxmlformats.org/drawingml/2006/main" cx="8544000" cy="6258000"/>
        </p:xfrm>
        <a:graphic xmlns:a="http://schemas.openxmlformats.org/drawingml/2006/main">
          <a:graphicData uri="http://schemas.openxmlformats.org/drawingml/2006/table">
            <a:tbl>
              <a:tblGrid>
                <a:gridCol w="776727"/>
                <a:gridCol w="776727"/>
                <a:gridCol w="776727"/>
                <a:gridCol w="776727"/>
                <a:gridCol w="776727"/>
                <a:gridCol w="776727"/>
                <a:gridCol w="776727"/>
                <a:gridCol w="776727"/>
                <a:gridCol w="776727"/>
                <a:gridCol w="776727"/>
                <a:gridCol w="776727"/>
              </a:tblGrid>
              <a:tr h="391125">
                <a:tc>
                  <a:txBody>
                    <a:bodyPr/>
                    <a:lstStyle/>
                    <a:p>
                      <a:r>
                        <a:rPr sz="1200" b="1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TatDays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TatDaysper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Target 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Target TAT%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MaxTatDays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Max 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Max TAT%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ActionReq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Registering an enquiry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27.27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Creating a Quotation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37.21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Approval on Cost Sheet PCH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95.38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Approval on Cost Sheet 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Approval on Cost Sheet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Sending Quotation to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Creating a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35.59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27.12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Creating a Inspection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Attending a Call (Required Date to actual 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IVR Report issuance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IRN Certificate issuance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Acknowledging a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Giving Preliminary Response to a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Giving Final reply with RCA and CAPA for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391125">
                <a:tc>
                  <a:txBody>
                    <a:bodyPr/>
                    <a:lstStyle/>
                    <a:p>
                      <a:r>
                        <a:rPr sz="1200" b="0"/>
                        <a:t>Taking Corrective action Against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